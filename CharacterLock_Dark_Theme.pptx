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719"/>
  </p:normalViewPr>
  <p:slideViewPr>
    <p:cSldViewPr snapToGrid="0" snapToObjects="1">
      <p:cViewPr varScale="1">
        <p:scale>
          <a:sx n="152" d="100"/>
          <a:sy n="152" d="100"/>
        </p:scale>
        <p:origin x="153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6591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CFF00"/>
                </a:solidFill>
              </a:defRPr>
            </a:pPr>
            <a:r>
              <a:rPr dirty="0"/>
              <a:t>01.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4572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rPr sz="5400" dirty="0"/>
              <a:t>AI Storyboards</a:t>
            </a:r>
            <a:r>
              <a:rPr lang="en-US" sz="5400" dirty="0"/>
              <a:t> </a:t>
            </a:r>
            <a:r>
              <a:rPr sz="5400" dirty="0"/>
              <a:t>are</a:t>
            </a:r>
            <a:endParaRPr lang="en-US" sz="5400" dirty="0"/>
          </a:p>
          <a:p>
            <a:pPr>
              <a:defRPr sz="6000" b="1">
                <a:solidFill>
                  <a:srgbClr val="CCFF00"/>
                </a:solidFill>
              </a:defRPr>
            </a:pPr>
            <a:r>
              <a:rPr lang="en-US" sz="5400" dirty="0"/>
              <a:t>Broken.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4B4B4"/>
                </a:solidFill>
              </a:defRPr>
            </a:pPr>
            <a:r>
              <a:t>Characters change in every frame. This "Character Drift" makes AI unusable for professional film 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878"/>
                </a:solidFill>
              </a:defRPr>
            </a:pPr>
            <a:r>
              <a:t>Time Wasted Fixing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5029200"/>
            <a:ext cx="137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5669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87878"/>
                </a:solidFill>
              </a:defRPr>
            </a:pPr>
            <a:r>
              <a:t>Error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2286000"/>
            <a:ext cx="3200400" cy="32004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17920" y="2743200"/>
            <a:ext cx="1097280" cy="1097280"/>
          </a:xfrm>
          <a:prstGeom prst="ellipse">
            <a:avLst/>
          </a:prstGeom>
          <a:solidFill>
            <a:srgbClr val="282828"/>
          </a:solidFill>
          <a:ln w="508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F4444"/>
                </a:solidFill>
              </a:defRPr>
            </a:pPr>
            <a:r>
              <a:t>SCENE 1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0" y="4114800"/>
            <a:ext cx="1097280" cy="1097280"/>
          </a:xfrm>
          <a:prstGeom prst="ellipse">
            <a:avLst/>
          </a:prstGeom>
          <a:solidFill>
            <a:srgbClr val="282828"/>
          </a:solidFill>
          <a:ln w="508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 i="1">
                <a:solidFill>
                  <a:srgbClr val="FB923C"/>
                </a:solidFill>
              </a:defRPr>
            </a:pPr>
            <a:r>
              <a:rPr dirty="0"/>
              <a:t> SCENE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CFF00"/>
                </a:solidFill>
              </a:defRPr>
            </a:pPr>
            <a:r>
              <a:t>02.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Meet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13170" y="1645920"/>
            <a:ext cx="50879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CCFF00"/>
                </a:solidFill>
              </a:defRPr>
            </a:pPr>
            <a:r>
              <a:rPr dirty="0"/>
              <a:t>CharacterLock.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926080"/>
            <a:ext cx="2560320" cy="2286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3200400"/>
            <a:ext cx="365760" cy="36576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Digital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</a:defRPr>
            </a:pPr>
            <a:r>
              <a:t>Lock the character's facial DNA so they never change.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2926080"/>
            <a:ext cx="2560320" cy="2286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0" y="3200400"/>
            <a:ext cx="365760" cy="36576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3749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Auto-Checker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4206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</a:defRPr>
            </a:pPr>
            <a:r>
              <a:t>Our AI scores every frame. If it's not perfect, we flag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926080"/>
            <a:ext cx="2560320" cy="2286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3200400"/>
            <a:ext cx="365760" cy="36576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00000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49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Smart Repair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0624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4B4B4"/>
                </a:solidFill>
              </a:defRPr>
            </a:pPr>
            <a:r>
              <a:t>One-click regeneration to fix inconsistencies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CFF00"/>
                </a:solidFill>
              </a:defRPr>
            </a:pPr>
            <a:r>
              <a:t>03. THE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rPr sz="5400" dirty="0"/>
              <a:t>From Weeks 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06768"/>
            <a:ext cx="23220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CCFF00"/>
                </a:solidFill>
              </a:defRPr>
            </a:pPr>
            <a:r>
              <a:rPr dirty="0"/>
              <a:t>Hours.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C8"/>
                </a:solidFill>
              </a:defRPr>
            </a:pPr>
            <a:r>
              <a:t>90% Reduction in storyboard costs.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C8"/>
                </a:solidFill>
              </a:defRPr>
            </a:pPr>
            <a:r>
              <a:t>Studio-quality continuity for indie budgets.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846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8C8C8"/>
                </a:solidFill>
              </a:defRPr>
            </a:pPr>
            <a:r>
              <a:t>Tapping into a $2.8B global market.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3200400"/>
            <a:ext cx="3200400" cy="2743200"/>
          </a:xfrm>
          <a:prstGeom prst="rect">
            <a:avLst/>
          </a:prstGeom>
          <a:solidFill>
            <a:srgbClr val="1E1E1E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760720" y="3474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87878"/>
                </a:solidFill>
              </a:defRPr>
            </a:pPr>
            <a:r>
              <a:t>EFFICIENCY GAIN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4114800"/>
            <a:ext cx="914400" cy="137160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40880" y="5303520"/>
            <a:ext cx="914400" cy="18288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60720" y="566928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87878"/>
                </a:solidFill>
              </a:defRPr>
            </a:pPr>
            <a:r>
              <a:t>TRADITIONAL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566928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787878"/>
                </a:solidFill>
              </a:defRPr>
            </a:pPr>
            <a:r>
              <a:rPr dirty="0"/>
              <a:t>CHARACTERLOCK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CCFF00"/>
                </a:solidFill>
              </a:defRPr>
            </a:pPr>
            <a:r>
              <a:t>04. THE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Simple. Scalable. Powerful.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200400"/>
            <a:ext cx="1828800" cy="1097280"/>
          </a:xfrm>
          <a:prstGeom prst="rect">
            <a:avLst/>
          </a:prstGeom>
          <a:solidFill>
            <a:srgbClr val="000000"/>
          </a:solidFill>
          <a:ln w="25400">
            <a:solidFill>
              <a:srgbClr val="3C3C3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463040" y="3291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87878"/>
                </a:solidFill>
              </a:defRPr>
            </a:pPr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3657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Script + Character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CCFF00"/>
                </a:solidFill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3200400"/>
            <a:ext cx="1828800" cy="1097280"/>
          </a:xfrm>
          <a:prstGeom prst="rect">
            <a:avLst/>
          </a:prstGeom>
          <a:solidFill>
            <a:srgbClr val="CCF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931920" y="3291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6464"/>
                </a:solidFill>
              </a:defRPr>
            </a:pPr>
            <a:r>
              <a:t>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657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0000"/>
                </a:solidFill>
              </a:defRPr>
            </a:pPr>
            <a:r>
              <a:rPr dirty="0"/>
              <a:t>CHARACTERLOCK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CCFF00"/>
                </a:solidFill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3200400"/>
            <a:ext cx="1828800" cy="1097280"/>
          </a:xfrm>
          <a:prstGeom prst="rect">
            <a:avLst/>
          </a:prstGeom>
          <a:solidFill>
            <a:srgbClr val="000000"/>
          </a:solidFill>
          <a:ln w="25400">
            <a:solidFill>
              <a:srgbClr val="3C3C3C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3291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87878"/>
                </a:solidFill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57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Consistent Storyboard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5842932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787878"/>
                </a:solidFill>
              </a:defRPr>
            </a:pPr>
            <a:r>
              <a:rPr dirty="0"/>
              <a:t>Built on top of OpenAI's Vision and Generation infrastructure, optimized with our proprietary "Identity Scoring" logic.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165</Words>
  <Application>Microsoft Macintosh PowerPoint</Application>
  <PresentationFormat>On-screen Show (4:3)</PresentationFormat>
  <Paragraphs>42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Suyash Sharma</cp:lastModifiedBy>
  <cp:revision>4</cp:revision>
  <dcterms:created xsi:type="dcterms:W3CDTF">2013-01-27T09:14:16Z</dcterms:created>
  <dcterms:modified xsi:type="dcterms:W3CDTF">2026-01-15T14:04:33Z</dcterms:modified>
  <cp:category/>
</cp:coreProperties>
</file>