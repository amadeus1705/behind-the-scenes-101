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CharacterLock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Persistent Character Memory for Film Production</a:t>
            </a:r>
          </a:p>
          <a:p>
            <a:r>
              <a:t>Cine AI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Problem: Character Inconsistency in AI Film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Current AI tools cannot maintain character consistency across frames</a:t>
            </a:r>
          </a:p>
          <a:p>
            <a:pPr>
              <a:defRPr sz="1800"/>
            </a:pPr>
            <a:r>
              <a:t>Characters change appearance between scenes - different faces, hair, clothing</a:t>
            </a:r>
          </a:p>
          <a:p>
            <a:pPr>
              <a:defRPr sz="1800"/>
            </a:pPr>
            <a:r>
              <a:t>AI-generated storyboards are UNUSABLE for production</a:t>
            </a:r>
          </a:p>
          <a:p>
            <a:pPr>
              <a:defRPr sz="1800"/>
            </a:pPr>
            <a:r>
              <a:t>Manual fixes cost $50,000 - $200,000 per project</a:t>
            </a:r>
          </a:p>
          <a:p>
            <a:pPr>
              <a:defRPr sz="1800"/>
            </a:pPr>
            <a:r>
              <a:t>60% of production time wasted on corrections</a:t>
            </a:r>
          </a:p>
          <a:p>
            <a:pPr>
              <a:defRPr sz="1800"/>
            </a:pPr>
            <a:r>
              <a:t>Blocks indie filmmakers from using AI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The Cost of Inconsistency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defRPr sz="4400" b="1">
                <a:solidFill>
                  <a:srgbClr val="0369A1"/>
                </a:solidFill>
              </a:defRPr>
            </a:pPr>
            <a:r>
              <a:t>$50K - $200K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/>
            </a:pPr>
            <a:r>
              <a:t>wasted per production fixing character drift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Our Idea: CharacterLock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Persistent Character Memory System with 'Character DNA'</a:t>
            </a:r>
          </a:p>
          <a:p>
            <a:pPr>
              <a:defRPr sz="1800"/>
            </a:pPr>
            <a:r>
              <a:t>Automated Consistency Validation with quality scores</a:t>
            </a:r>
          </a:p>
          <a:p>
            <a:pPr>
              <a:defRPr sz="1800"/>
            </a:pPr>
            <a:r>
              <a:t>Smart Regeneration - fix only problematic frames</a:t>
            </a:r>
          </a:p>
          <a:p>
            <a:pPr>
              <a:defRPr sz="1800"/>
            </a:pPr>
            <a:r>
              <a:t>Unified workflow: Create → Generate → Validate</a:t>
            </a:r>
          </a:p>
          <a:p>
            <a:pPr>
              <a:defRPr sz="1800"/>
            </a:pPr>
            <a:r>
              <a:t>Production-ready output with 85%+ consistency</a:t>
            </a:r>
          </a:p>
          <a:p>
            <a:pPr>
              <a:defRPr sz="1800"/>
            </a:pPr>
            <a:r>
              <a:t>Quantified, measurable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(3 Simple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1: Create Character</a:t>
            </a:r>
          </a:p>
          <a:p>
            <a:pPr>
              <a:defRPr sz="1800"/>
            </a:pPr>
            <a:r>
              <a:t>  • Upload 1-3 reference images</a:t>
            </a:r>
          </a:p>
          <a:p>
            <a:pPr>
              <a:defRPr sz="1800"/>
            </a:pPr>
            <a:r>
              <a:t>  • AI extracts 'Character DNA' (visual embeddings)</a:t>
            </a:r>
          </a:p>
          <a:p>
            <a:pPr>
              <a:defRPr sz="1800"/>
            </a:pPr>
            <a:r>
              <a:t>  • Permanent identity created in 10-15 seconds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STEP 2: Generate Storyboard</a:t>
            </a:r>
          </a:p>
          <a:p>
            <a:pPr>
              <a:defRPr sz="1800"/>
            </a:pPr>
            <a:r>
              <a:t>  • Write your script (any length)</a:t>
            </a:r>
          </a:p>
          <a:p>
            <a:pPr>
              <a:defRPr sz="1800"/>
            </a:pPr>
            <a:r>
              <a:t>  • Select characters to include</a:t>
            </a:r>
          </a:p>
          <a:p>
            <a:pPr>
              <a:defRPr sz="1800"/>
            </a:pPr>
            <a:r>
              <a:t>  • AI generates consistent frames with Character DNA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STEP 3: Validate &amp; Fix</a:t>
            </a:r>
          </a:p>
          <a:p>
            <a:pPr>
              <a:defRPr sz="1800"/>
            </a:pPr>
            <a:r>
              <a:t>  • Automated consistency analysis (0-100% scores)</a:t>
            </a:r>
          </a:p>
          <a:p>
            <a:pPr>
              <a:defRPr sz="1800"/>
            </a:pPr>
            <a:r>
              <a:t>  • Get detailed quality report</a:t>
            </a:r>
          </a:p>
          <a:p>
            <a:pPr>
              <a:defRPr sz="1800"/>
            </a:pPr>
            <a:r>
              <a:t>  • One-click regeneration for low-scoring frames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0369A1"/>
                </a:solidFill>
              </a:defRPr>
            </a:pPr>
            <a:r>
              <a:t>4. How It Works: Technical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CHARACTER DNA EXTRACTION:</a:t>
            </a:r>
          </a:p>
          <a:p>
            <a:pPr>
              <a:spcAft>
                <a:spcPts val="1200"/>
              </a:spcAft>
              <a:defRPr sz="1400"/>
            </a:pPr>
            <a:r>
              <a:t>• Vision API analyzes reference images</a:t>
            </a:r>
          </a:p>
          <a:p>
            <a:pPr>
              <a:spcAft>
                <a:spcPts val="1200"/>
              </a:spcAft>
              <a:defRPr sz="1400"/>
            </a:pPr>
            <a:r>
              <a:t>• Extracts facial features, hair, clothing, style</a:t>
            </a:r>
          </a:p>
          <a:p>
            <a:pPr>
              <a:spcAft>
                <a:spcPts val="1200"/>
              </a:spcAft>
              <a:defRPr sz="1400"/>
            </a:pPr>
            <a:r>
              <a:t>• Creates persistent embedding vector</a:t>
            </a:r>
          </a:p>
          <a:p>
            <a:pPr>
              <a:spcAft>
                <a:spcPts val="1200"/>
              </a:spcAft>
              <a:defRPr sz="1400"/>
            </a:pPr>
            <a:r>
              <a:t>• Generates optimized prompt template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t>CONSISTENT GENERATION:</a:t>
            </a:r>
          </a:p>
          <a:p>
            <a:pPr>
              <a:spcAft>
                <a:spcPts val="1200"/>
              </a:spcAft>
              <a:defRPr sz="1400"/>
            </a:pPr>
            <a:r>
              <a:t>• GPT-4 parses script into scenes</a:t>
            </a:r>
          </a:p>
          <a:p>
            <a:pPr>
              <a:spcAft>
                <a:spcPts val="1200"/>
              </a:spcAft>
              <a:defRPr sz="1400"/>
            </a:pPr>
            <a:r>
              <a:t>• Character DNA injected into every prompt</a:t>
            </a:r>
          </a:p>
          <a:p>
            <a:pPr>
              <a:spcAft>
                <a:spcPts val="1200"/>
              </a:spcAft>
              <a:defRPr sz="1400"/>
            </a:pPr>
            <a:r>
              <a:t>• DALL-E 3 generates with specific instructions</a:t>
            </a:r>
          </a:p>
          <a:p>
            <a:pPr>
              <a:spcAft>
                <a:spcPts val="1200"/>
              </a:spcAft>
              <a:defRPr sz="1400"/>
            </a:pPr>
            <a:r>
              <a:t>• Character identity maintained across all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CONSISTENCY VALIDATION:</a:t>
            </a:r>
          </a:p>
          <a:p>
            <a:pPr>
              <a:spcAft>
                <a:spcPts val="1200"/>
              </a:spcAft>
              <a:defRPr sz="1400"/>
            </a:pPr>
            <a:r>
              <a:t>• Vision API extracts features from each frame</a:t>
            </a:r>
          </a:p>
          <a:p>
            <a:pPr>
              <a:spcAft>
                <a:spcPts val="1200"/>
              </a:spcAft>
              <a:defRPr sz="1400"/>
            </a:pPr>
            <a:r>
              <a:t>• Calculates cosine similarity vs. original DNA</a:t>
            </a:r>
          </a:p>
          <a:p>
            <a:pPr>
              <a:spcAft>
                <a:spcPts val="1200"/>
              </a:spcAft>
              <a:defRPr sz="1400"/>
            </a:pPr>
            <a:r>
              <a:t>• Scores: 85%+ = Excellent, 70-84% = Good, &lt;70% = Fix</a:t>
            </a:r>
          </a:p>
          <a:p>
            <a:pPr>
              <a:spcAft>
                <a:spcPts val="1200"/>
              </a:spcAft>
              <a:defRPr sz="1400"/>
            </a:pPr>
            <a:r>
              <a:t>• Generates detailed report with recommendations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t>SMART REGENERATION:</a:t>
            </a:r>
          </a:p>
          <a:p>
            <a:pPr>
              <a:spcAft>
                <a:spcPts val="1200"/>
              </a:spcAft>
              <a:defRPr sz="1400"/>
            </a:pPr>
            <a:r>
              <a:t>• Automatically flags problematic frames</a:t>
            </a:r>
          </a:p>
          <a:p>
            <a:pPr>
              <a:spcAft>
                <a:spcPts val="1200"/>
              </a:spcAft>
              <a:defRPr sz="1400"/>
            </a:pPr>
            <a:r>
              <a:t>• One-click regeneration using same DNA</a:t>
            </a:r>
          </a:p>
          <a:p>
            <a:pPr>
              <a:spcAft>
                <a:spcPts val="1200"/>
              </a:spcAft>
              <a:defRPr sz="1400"/>
            </a:pPr>
            <a:r>
              <a:t>• No need to regenerate entire storyboard</a:t>
            </a:r>
          </a:p>
          <a:p>
            <a:pPr>
              <a:spcAft>
                <a:spcPts val="1200"/>
              </a:spcAft>
              <a:defRPr sz="1400"/>
            </a:pPr>
            <a:r>
              <a:t>• Iterative improvement until perfect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0369A1"/>
                </a:solidFill>
              </a:defRPr>
            </a:pPr>
            <a:r>
              <a:t>3. Why CharacterLock AI is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EXISTING TOOLS:</a:t>
            </a:r>
          </a:p>
          <a:p>
            <a:pPr>
              <a:spcAft>
                <a:spcPts val="1200"/>
              </a:spcAft>
              <a:defRPr sz="1400"/>
            </a:pPr>
            <a:r>
              <a:t>• 40-60% consistency (unusable)</a:t>
            </a:r>
          </a:p>
          <a:p>
            <a:pPr>
              <a:spcAft>
                <a:spcPts val="1200"/>
              </a:spcAft>
              <a:defRPr sz="1400"/>
            </a:pPr>
            <a:r>
              <a:t>• Manual validation required</a:t>
            </a:r>
          </a:p>
          <a:p>
            <a:pPr>
              <a:spcAft>
                <a:spcPts val="1200"/>
              </a:spcAft>
              <a:defRPr sz="1400"/>
            </a:pPr>
            <a:r>
              <a:t>• Separate tools for each step</a:t>
            </a:r>
          </a:p>
          <a:p>
            <a:pPr>
              <a:spcAft>
                <a:spcPts val="1200"/>
              </a:spcAft>
              <a:defRPr sz="1400"/>
            </a:pPr>
            <a:r>
              <a:t>• Guesswork - no quality metrics</a:t>
            </a:r>
          </a:p>
          <a:p>
            <a:pPr>
              <a:spcAft>
                <a:spcPts val="1200"/>
              </a:spcAft>
              <a:defRPr sz="1400"/>
            </a:pPr>
            <a:r>
              <a:t>• Full regeneration when issues found</a:t>
            </a:r>
          </a:p>
          <a:p>
            <a:pPr>
              <a:spcAft>
                <a:spcPts val="1200"/>
              </a:spcAft>
              <a:defRPr sz="1400"/>
            </a:pPr>
            <a:r>
              <a:t>• No explainability</a:t>
            </a:r>
          </a:p>
          <a:p>
            <a:pPr>
              <a:spcAft>
                <a:spcPts val="1200"/>
              </a:spcAft>
              <a:defRPr sz="1400"/>
            </a:pPr>
            <a:r>
              <a:t>• Expensive ($50-200/month)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CHARACTERLOCK AI:</a:t>
            </a:r>
          </a:p>
          <a:p>
            <a:pPr>
              <a:spcAft>
                <a:spcPts val="1200"/>
              </a:spcAft>
              <a:defRPr sz="1400"/>
            </a:pPr>
            <a:r>
              <a:t>• 85%+ consistency (production-ready)</a:t>
            </a:r>
          </a:p>
          <a:p>
            <a:pPr>
              <a:spcAft>
                <a:spcPts val="1200"/>
              </a:spcAft>
              <a:defRPr sz="1400"/>
            </a:pPr>
            <a:r>
              <a:t>• Automated validation with scores</a:t>
            </a:r>
          </a:p>
          <a:p>
            <a:pPr>
              <a:spcAft>
                <a:spcPts val="1200"/>
              </a:spcAft>
              <a:defRPr sz="1400"/>
            </a:pPr>
            <a:r>
              <a:t>• Unified, integrated workflow</a:t>
            </a:r>
          </a:p>
          <a:p>
            <a:pPr>
              <a:spcAft>
                <a:spcPts val="1200"/>
              </a:spcAft>
              <a:defRPr sz="1400"/>
            </a:pPr>
            <a:r>
              <a:t>• Quantified quality (0-100%)</a:t>
            </a:r>
          </a:p>
          <a:p>
            <a:pPr>
              <a:spcAft>
                <a:spcPts val="1200"/>
              </a:spcAft>
              <a:defRPr sz="1400"/>
            </a:pPr>
            <a:r>
              <a:t>• Smart frame-level regeneration</a:t>
            </a:r>
          </a:p>
          <a:p>
            <a:pPr>
              <a:spcAft>
                <a:spcPts val="1200"/>
              </a:spcAft>
              <a:defRPr sz="1400"/>
            </a:pPr>
            <a:r>
              <a:t>• Detailed reports &amp; recommendations</a:t>
            </a:r>
          </a:p>
          <a:p>
            <a:pPr>
              <a:spcAft>
                <a:spcPts val="1200"/>
              </a:spcAft>
              <a:defRPr sz="1400"/>
            </a:pPr>
            <a:r>
              <a:t>• Open-source 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Unique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Integrated Workflow - not separate tools</a:t>
            </a:r>
          </a:p>
          <a:p>
            <a:pPr>
              <a:defRPr sz="1800"/>
            </a:pPr>
            <a:r>
              <a:t>✓ Quantified Quality - actual scores, not guesswork</a:t>
            </a:r>
          </a:p>
          <a:p>
            <a:pPr>
              <a:defRPr sz="1800"/>
            </a:pPr>
            <a:r>
              <a:t>✓ Production-Ready - meets professional standards</a:t>
            </a:r>
          </a:p>
          <a:p>
            <a:pPr>
              <a:defRPr sz="1800"/>
            </a:pPr>
            <a:r>
              <a:t>✓ Smart Regeneration - fix only what needs fixing</a:t>
            </a:r>
          </a:p>
          <a:p>
            <a:pPr>
              <a:defRPr sz="1800"/>
            </a:pPr>
            <a:r>
              <a:t>✓ Explainable AI - detailed reports show exactly what to improve</a:t>
            </a:r>
          </a:p>
          <a:p>
            <a:pPr>
              <a:defRPr sz="1800"/>
            </a:pPr>
            <a:r>
              <a:t>✓ Measurable Results - consistency scores you can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5. Expected Impact: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defRPr sz="4400" b="1">
                <a:solidFill>
                  <a:srgbClr val="0369A1"/>
                </a:solidFill>
              </a:defRPr>
            </a:pPr>
            <a:r>
              <a:t>85%+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/>
            </a:pPr>
            <a:r>
              <a:t>Character consistency (vs. 40-60% baseline)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Impact: Transforming Film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COST SAVINGS:</a:t>
            </a:r>
          </a:p>
          <a:p>
            <a:pPr>
              <a:defRPr sz="1800"/>
            </a:pPr>
            <a:r>
              <a:t>• $50,000 - $200,000 saved per production</a:t>
            </a:r>
          </a:p>
          <a:p>
            <a:pPr>
              <a:defRPr sz="1800"/>
            </a:pPr>
            <a:r>
              <a:t>• Manual fixing eliminated</a:t>
            </a:r>
          </a:p>
          <a:p>
            <a:pPr>
              <a:defRPr sz="1800"/>
            </a:pPr>
            <a:r>
              <a:t>• API costs: ~$0.46 per 10-frame storyboard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TIME SAVINGS:</a:t>
            </a:r>
          </a:p>
          <a:p>
            <a:pPr>
              <a:defRPr sz="1800"/>
            </a:pPr>
            <a:r>
              <a:t>• 50-70% reduction in storyboard production time</a:t>
            </a:r>
          </a:p>
          <a:p>
            <a:pPr>
              <a:defRPr sz="1800"/>
            </a:pPr>
            <a:r>
              <a:t>• From weeks to minutes</a:t>
            </a:r>
          </a:p>
          <a:p>
            <a:pPr>
              <a:defRPr sz="1800"/>
            </a:pPr>
            <a:r>
              <a:t>• Complete 10-frame storyboard in 5-6 minutes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ACCESSIBILITY:</a:t>
            </a:r>
          </a:p>
          <a:p>
            <a:pPr>
              <a:defRPr sz="1800"/>
            </a:pPr>
            <a:r>
              <a:t>• Indie filmmakers can now afford AI workflows</a:t>
            </a:r>
          </a:p>
          <a:p>
            <a:pPr>
              <a:defRPr sz="1800"/>
            </a:pPr>
            <a:r>
              <a:t>• Small studios gain enterprise-level tools</a:t>
            </a:r>
          </a:p>
          <a:p>
            <a:pPr>
              <a:defRPr sz="1800"/>
            </a:pPr>
            <a:r>
              <a:t>• Democratizes film pre-production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TARGET USERS:</a:t>
            </a:r>
          </a:p>
          <a:p>
            <a:pPr>
              <a:defRPr sz="1800"/>
            </a:pPr>
            <a:r>
              <a:t>• Independent filmmakers (need affordable storyboards)</a:t>
            </a:r>
          </a:p>
          <a:p>
            <a:pPr>
              <a:defRPr sz="1800"/>
            </a:pPr>
            <a:r>
              <a:t>• Production studios (rapid pre-visualization)</a:t>
            </a:r>
          </a:p>
          <a:p>
            <a:pPr>
              <a:defRPr sz="1800"/>
            </a:pPr>
            <a:r>
              <a:t>• Animation teams (consistency at scale)</a:t>
            </a:r>
          </a:p>
          <a:p>
            <a:pPr>
              <a:defRPr sz="1800"/>
            </a:pPr>
            <a:r>
              <a:t>• Ad agencies (fast concept visualization)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MARKET SIZE:</a:t>
            </a:r>
          </a:p>
          <a:p>
            <a:pPr>
              <a:defRPr sz="1800"/>
            </a:pPr>
            <a:r>
              <a:t>• Pre-visualization market: $2.8B globally (2025)</a:t>
            </a:r>
          </a:p>
          <a:p>
            <a:pPr>
              <a:defRPr sz="1800"/>
            </a:pPr>
            <a:r>
              <a:t>• AI content generation: Growing 45% YoY</a:t>
            </a:r>
          </a:p>
          <a:p>
            <a:pPr>
              <a:defRPr sz="1800"/>
            </a:pPr>
            <a:r>
              <a:t>• Film production software: $5.4B by 2028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 Results (Live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Character Creation: 10-15 seconds</a:t>
            </a:r>
          </a:p>
          <a:p>
            <a:pPr>
              <a:defRPr sz="1800"/>
            </a:pPr>
            <a:r>
              <a:t>✓ 5-Scene Storyboard: 4-6 minutes</a:t>
            </a:r>
          </a:p>
          <a:p>
            <a:pPr>
              <a:defRPr sz="1800"/>
            </a:pPr>
            <a:r>
              <a:t>✓ Consistency Validation: 15-25 seconds</a:t>
            </a:r>
          </a:p>
          <a:p>
            <a:pPr>
              <a:defRPr sz="1800"/>
            </a:pPr>
            <a:r>
              <a:t>✓ Achieved 87.5% overall consistency</a:t>
            </a:r>
          </a:p>
          <a:p>
            <a:pPr>
              <a:defRPr sz="1800"/>
            </a:pPr>
            <a:r>
              <a:t>✓ Automated frame regeneration successful</a:t>
            </a:r>
          </a:p>
          <a:p>
            <a:pPr>
              <a:defRPr sz="1800"/>
            </a:pPr>
            <a:r>
              <a:t>✓ Production-ready quality output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→ Complete workflow in under 5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0369A1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BACKEND:</a:t>
            </a:r>
          </a:p>
          <a:p>
            <a:pPr>
              <a:spcAft>
                <a:spcPts val="1200"/>
              </a:spcAft>
              <a:defRPr sz="1400"/>
            </a:pPr>
            <a:r>
              <a:t>• Python FastAPI (async, auto-docs)</a:t>
            </a:r>
          </a:p>
          <a:p>
            <a:pPr>
              <a:spcAft>
                <a:spcPts val="1200"/>
              </a:spcAft>
              <a:defRPr sz="1400"/>
            </a:pPr>
            <a:r>
              <a:t>• OpenAI GPT-4 (script parsing)</a:t>
            </a:r>
          </a:p>
          <a:p>
            <a:pPr>
              <a:spcAft>
                <a:spcPts val="1200"/>
              </a:spcAft>
              <a:defRPr sz="1400"/>
            </a:pPr>
            <a:r>
              <a:t>• OpenAI DALL-E 3 (generation)</a:t>
            </a:r>
          </a:p>
          <a:p>
            <a:pPr>
              <a:spcAft>
                <a:spcPts val="1200"/>
              </a:spcAft>
              <a:defRPr sz="1400"/>
            </a:pPr>
            <a:r>
              <a:t>• OpenAI Vision API (validation)</a:t>
            </a:r>
          </a:p>
          <a:p>
            <a:pPr>
              <a:spcAft>
                <a:spcPts val="1200"/>
              </a:spcAft>
              <a:defRPr sz="1400"/>
            </a:pPr>
            <a:r>
              <a:t>• SQLite (persistent storage)</a:t>
            </a:r>
          </a:p>
          <a:p>
            <a:pPr>
              <a:spcAft>
                <a:spcPts val="1200"/>
              </a:spcAft>
              <a:defRPr sz="1400"/>
            </a:pPr>
            <a:r>
              <a:t>• NumPy/scikit-learn (similarity)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t>API ENDPOINTS:</a:t>
            </a:r>
          </a:p>
          <a:p>
            <a:pPr>
              <a:spcAft>
                <a:spcPts val="1200"/>
              </a:spcAft>
              <a:defRPr sz="1400"/>
            </a:pPr>
            <a:r>
              <a:t>• 15+ REST endpoints</a:t>
            </a:r>
          </a:p>
          <a:p>
            <a:pPr>
              <a:spcAft>
                <a:spcPts val="1200"/>
              </a:spcAft>
              <a:defRPr sz="1400"/>
            </a:pPr>
            <a:r>
              <a:t>• Auto-generated documentation</a:t>
            </a:r>
          </a:p>
          <a:p>
            <a:pPr>
              <a:spcAft>
                <a:spcPts val="1200"/>
              </a:spcAft>
              <a:defRPr sz="1400"/>
            </a:pPr>
            <a:r>
              <a:t>• Comprehensive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FRONTEND:</a:t>
            </a:r>
          </a:p>
          <a:p>
            <a:pPr>
              <a:spcAft>
                <a:spcPts val="1200"/>
              </a:spcAft>
              <a:defRPr sz="1400"/>
            </a:pPr>
            <a:r>
              <a:t>• React 18 + Vite</a:t>
            </a:r>
          </a:p>
          <a:p>
            <a:pPr>
              <a:spcAft>
                <a:spcPts val="1200"/>
              </a:spcAft>
              <a:defRPr sz="1400"/>
            </a:pPr>
            <a:r>
              <a:t>• Tailwind CSS</a:t>
            </a:r>
          </a:p>
          <a:p>
            <a:pPr>
              <a:spcAft>
                <a:spcPts val="1200"/>
              </a:spcAft>
              <a:defRPr sz="1400"/>
            </a:pPr>
            <a:r>
              <a:t>• Responsive design</a:t>
            </a:r>
          </a:p>
          <a:p>
            <a:pPr>
              <a:spcAft>
                <a:spcPts val="1200"/>
              </a:spcAft>
              <a:defRPr sz="1400"/>
            </a:pPr>
            <a:r>
              <a:t>• Real-time progress updates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t>KEY FEATURES:</a:t>
            </a:r>
          </a:p>
          <a:p>
            <a:pPr>
              <a:spcAft>
                <a:spcPts val="1200"/>
              </a:spcAft>
              <a:defRPr sz="1400"/>
            </a:pPr>
            <a:r>
              <a:t>• Character DNA extraction</a:t>
            </a:r>
          </a:p>
          <a:p>
            <a:pPr>
              <a:spcAft>
                <a:spcPts val="1200"/>
              </a:spcAft>
              <a:defRPr sz="1400"/>
            </a:pPr>
            <a:r>
              <a:t>• Scene-by-scene generation</a:t>
            </a:r>
          </a:p>
          <a:p>
            <a:pPr>
              <a:spcAft>
                <a:spcPts val="1200"/>
              </a:spcAft>
              <a:defRPr sz="1400"/>
            </a:pPr>
            <a:r>
              <a:t>• Cosine similarity scoring</a:t>
            </a:r>
          </a:p>
          <a:p>
            <a:pPr>
              <a:spcAft>
                <a:spcPts val="1200"/>
              </a:spcAft>
              <a:defRPr sz="1400"/>
            </a:pPr>
            <a:r>
              <a:t>• Automated validation reports</a:t>
            </a:r>
          </a:p>
          <a:p>
            <a:pPr>
              <a:spcAft>
                <a:spcPts val="1200"/>
              </a:spcAft>
              <a:defRPr sz="1400"/>
            </a:pPr>
            <a:r>
              <a:t>• Smart frame regeneration</a:t>
            </a:r>
          </a:p>
          <a:p>
            <a:pPr>
              <a:spcAft>
                <a:spcPts val="1200"/>
              </a:spcAft>
              <a:defRPr sz="1400"/>
            </a:pPr>
            <a:r>
              <a:t>• Export-ready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PHASE 1 (1-2 months):</a:t>
            </a:r>
          </a:p>
          <a:p>
            <a:pPr>
              <a:defRPr sz="1800"/>
            </a:pPr>
            <a:r>
              <a:t>• Fine-tune consistency algorithms</a:t>
            </a:r>
          </a:p>
          <a:p>
            <a:pPr>
              <a:defRPr sz="1800"/>
            </a:pPr>
            <a:r>
              <a:t>• Add multiple AI model support (Stable Diffusion, Midjourney)</a:t>
            </a:r>
          </a:p>
          <a:p>
            <a:pPr>
              <a:defRPr sz="1800"/>
            </a:pPr>
            <a:r>
              <a:t>• User authentication &amp; cloud deployment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2 (3-6 months):</a:t>
            </a:r>
          </a:p>
          <a:p>
            <a:pPr>
              <a:defRPr sz="1800"/>
            </a:pPr>
            <a:r>
              <a:t>• Multi-user collaboration features</a:t>
            </a:r>
          </a:p>
          <a:p>
            <a:pPr>
              <a:defRPr sz="1800"/>
            </a:pPr>
            <a:r>
              <a:t>• Export to industry formats (FCP XML, Adobe Premiere)</a:t>
            </a:r>
          </a:p>
          <a:p>
            <a:pPr>
              <a:defRPr sz="1800"/>
            </a:pPr>
            <a:r>
              <a:t>• Mobile app for on-set viewing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3 (6-12 months):</a:t>
            </a:r>
          </a:p>
          <a:p>
            <a:pPr>
              <a:defRPr sz="1800"/>
            </a:pPr>
            <a:r>
              <a:t>• Video storyboard animation</a:t>
            </a:r>
          </a:p>
          <a:p>
            <a:pPr>
              <a:defRPr sz="1800"/>
            </a:pPr>
            <a:r>
              <a:t>• 3D character model generation</a:t>
            </a:r>
          </a:p>
          <a:p>
            <a:pPr>
              <a:defRPr sz="1800"/>
            </a:pPr>
            <a:r>
              <a:t>• Style transfer (consistent art styles)</a:t>
            </a:r>
          </a:p>
          <a:p>
            <a:pPr>
              <a:defRPr sz="1800"/>
            </a:pPr>
            <a:r>
              <a:t>• API for third-party integrations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Us in Transforming Film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CharacterLock AI solves a $50K-$200K problem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Production-ready technology</a:t>
            </a:r>
          </a:p>
          <a:p>
            <a:pPr>
              <a:defRPr sz="1800"/>
            </a:pPr>
            <a:r>
              <a:t>✓ Measurable, quantified results</a:t>
            </a:r>
          </a:p>
          <a:p>
            <a:pPr>
              <a:defRPr sz="1800"/>
            </a:pPr>
            <a:r>
              <a:t>✓ Real business value</a:t>
            </a:r>
          </a:p>
          <a:p>
            <a:pPr>
              <a:defRPr sz="1800"/>
            </a:pPr>
            <a:r>
              <a:t>✓ Market-ready solution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We're looking for:</a:t>
            </a:r>
          </a:p>
          <a:p>
            <a:pPr>
              <a:defRPr sz="1800"/>
            </a:pPr>
            <a:r>
              <a:t>• Feedback from film professionals</a:t>
            </a:r>
          </a:p>
          <a:p>
            <a:pPr>
              <a:defRPr sz="1800"/>
            </a:pPr>
            <a:r>
              <a:t>• Pilot partner studios</a:t>
            </a:r>
          </a:p>
          <a:p>
            <a:pPr>
              <a:defRPr sz="1800"/>
            </a:pPr>
            <a:r>
              <a:t>• Technical collaborators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Let's make AI-assisted filmmaking accessible to everyone!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defRPr sz="6000" b="1">
                <a:solidFill>
                  <a:srgbClr val="0369A1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/>
            </a:pPr>
            <a:r>
              <a:t>CharacterLock AI</a:t>
            </a:r>
          </a:p>
          <a:p>
            <a:pPr algn="ctr">
              <a:defRPr sz="1800"/>
            </a:pPr>
            <a:r>
              <a:t>From concept to consistent storyboard in 5 minutes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Questions? Let's talk!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